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Geist" panose="020B0604020202020204" charset="0"/>
      <p:regular r:id="rId9"/>
    </p:embeddedFont>
    <p:embeddedFont>
      <p:font typeface="Geist 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978C42-BDE3-4EEE-AB15-B8507891E31C}" v="1" dt="2026-09-16T04:54:52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251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216" y="622226"/>
            <a:ext cx="4139310" cy="6209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304455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AI-Enabled Smart Library Management System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3816449"/>
            <a:ext cx="629686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BC606-8078-2958-D380-2498AF928D58}"/>
              </a:ext>
            </a:extLst>
          </p:cNvPr>
          <p:cNvSpPr txBox="1"/>
          <p:nvPr/>
        </p:nvSpPr>
        <p:spPr>
          <a:xfrm>
            <a:off x="531128" y="3723282"/>
            <a:ext cx="42696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eist Bold" panose="020B0604020202020204" charset="0"/>
                <a:ea typeface="Geist Bold" panose="020B0604020202020204" charset="0"/>
                <a:cs typeface="Geist Bold" panose="020B0604020202020204" charset="0"/>
              </a:rPr>
              <a:t>Arnav Agarwal-1024160010</a:t>
            </a:r>
          </a:p>
          <a:p>
            <a:r>
              <a:rPr lang="en-US" dirty="0">
                <a:solidFill>
                  <a:schemeClr val="bg1"/>
                </a:solidFill>
                <a:latin typeface="Geist Bold" panose="020B0604020202020204" charset="0"/>
                <a:ea typeface="Geist Bold" panose="020B0604020202020204" charset="0"/>
                <a:cs typeface="Geist Bold" panose="020B0604020202020204" charset="0"/>
              </a:rPr>
              <a:t>Aradhya Goyal-1024160135</a:t>
            </a:r>
          </a:p>
          <a:p>
            <a:r>
              <a:rPr lang="en-US" dirty="0">
                <a:solidFill>
                  <a:schemeClr val="bg1"/>
                </a:solidFill>
                <a:latin typeface="Geist Bold" panose="020B0604020202020204" charset="0"/>
                <a:ea typeface="Geist Bold" panose="020B0604020202020204" charset="0"/>
                <a:cs typeface="Geist Bold" panose="020B0604020202020204" charset="0"/>
              </a:rPr>
              <a:t>Amanjot Kaur Sidhu-1024160025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034"/>
            <a:ext cx="10868745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50" b="1" kern="0" spc="-6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current systems fall short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93044"/>
            <a:ext cx="4661081" cy="4661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22556" y="2811909"/>
            <a:ext cx="6507271" cy="1011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just">
              <a:lnSpc>
                <a:spcPct val="103000"/>
              </a:lnSpc>
              <a:buSzPct val="100000"/>
              <a:buChar char="•"/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Search is slow and imprecise — keyword-only, limited context</a:t>
            </a:r>
            <a:endParaRPr lang="en-US" dirty="0"/>
          </a:p>
          <a:p>
            <a:pPr marL="264160" indent="-264160" algn="just">
              <a:lnSpc>
                <a:spcPct val="103000"/>
              </a:lnSpc>
              <a:buSzPct val="100000"/>
              <a:buChar char="•"/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tracking of loans and due dates causes delays and errors</a:t>
            </a:r>
            <a:endParaRPr lang="en-US" dirty="0"/>
          </a:p>
          <a:p>
            <a:pPr marL="264160" indent="-264160" algn="just">
              <a:lnSpc>
                <a:spcPct val="103000"/>
              </a:lnSpc>
              <a:buSzPct val="100000"/>
              <a:buChar char="•"/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Notifications are generic or absent, increasing late returns</a:t>
            </a:r>
            <a:endParaRPr lang="en-US" dirty="0"/>
          </a:p>
          <a:p>
            <a:pPr marL="264160" indent="-264160" algn="just">
              <a:lnSpc>
                <a:spcPct val="103000"/>
              </a:lnSpc>
              <a:buSzPct val="100000"/>
              <a:buChar char="•"/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Administrative workflows are repetitive and time-consuming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3308" y="127522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Objectives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16436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2916436"/>
            <a:ext cx="1744917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Intelligent Search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456495" y="3644007"/>
            <a:ext cx="1744917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Context-aware search and conversational assistance for students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916436"/>
            <a:ext cx="558786" cy="55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2916436"/>
            <a:ext cx="1745016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Efficient Management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232665" y="3644007"/>
            <a:ext cx="1745016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Streamlined handling of books, loans, fines, and student records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916436"/>
            <a:ext cx="558786" cy="55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2916436"/>
            <a:ext cx="1745016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Automated Reminders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008935" y="3644007"/>
            <a:ext cx="1745016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Smart due-date alerts, renewals, and overdue notices via multiple channels</a:t>
            </a:r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916436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2916436"/>
            <a:ext cx="1745016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Analytics &amp; Recommendations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9785204" y="3951089"/>
            <a:ext cx="1745016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Personalized reading suggestions and usage insights for librarians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423"/>
            <a:ext cx="10868745" cy="47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0" spc="-5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Methodology — System Workflow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22237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983069"/>
            <a:ext cx="2445408" cy="317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Database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07063"/>
            <a:ext cx="2445408" cy="317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41925"/>
            <a:ext cx="2445408" cy="317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Frontend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765919"/>
            <a:ext cx="2445408" cy="317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Student/Admin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995293"/>
            <a:ext cx="10868745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Key AI components: • Campus Intelligence Agent — campus-wide context and catalog indexing. • Student Onboarding Agent — profile setup, preferences, and access control. • Smart Monitoring &amp; Notification Agent — due-date tracking and alerts.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3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Implementation &amp; Early Results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430264" y="1335336"/>
            <a:ext cx="5665583" cy="549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just">
              <a:lnSpc>
                <a:spcPct val="82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case diagrams and DFDs designed</a:t>
            </a:r>
            <a:endParaRPr lang="en-US" sz="1600" dirty="0"/>
          </a:p>
          <a:p>
            <a:pPr marL="152400" indent="-152400" algn="just">
              <a:lnSpc>
                <a:spcPct val="82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React frontend prototype built — student dashboard ready</a:t>
            </a:r>
            <a:endParaRPr lang="en-US" sz="1600" dirty="0"/>
          </a:p>
          <a:p>
            <a:pPr marL="152400" indent="-152400" algn="just">
              <a:lnSpc>
                <a:spcPct val="82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Features: Search, Loan Tracking, Notifications, AI Assistance</a:t>
            </a:r>
            <a:endParaRPr lang="en-US" sz="1600" dirty="0"/>
          </a:p>
          <a:p>
            <a:pPr marL="152400" indent="-152400" algn="just">
              <a:lnSpc>
                <a:spcPct val="82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Prototype demo uses mock data; SQL schema under review</a:t>
            </a:r>
            <a:endParaRPr lang="en-US" sz="1600" dirty="0"/>
          </a:p>
          <a:p>
            <a:pPr marL="152400" indent="-152400" algn="just">
              <a:lnSpc>
                <a:spcPct val="820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Documentation (MkDocs) published via GitHub Pages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98" y="3638305"/>
            <a:ext cx="3173665" cy="3173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430786-B22D-467B-FD4E-5AD38D756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795" y="1234025"/>
            <a:ext cx="5357665" cy="2558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C2CB67-A722-743A-D569-B72BACB01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796" y="4077857"/>
            <a:ext cx="5357665" cy="27341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63E628-5C50-CEA3-8BC7-3E9BF103AC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295"/>
          <a:stretch>
            <a:fillRect/>
          </a:stretch>
        </p:blipFill>
        <p:spPr>
          <a:xfrm>
            <a:off x="4049211" y="3124977"/>
            <a:ext cx="2046636" cy="3569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9531" y="127916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 &amp; Next Steps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869531" y="2819598"/>
            <a:ext cx="5339820" cy="2310606"/>
          </a:xfrm>
          <a:prstGeom prst="roundRect">
            <a:avLst>
              <a:gd name="adj" fmla="val 3436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7587" y="3027659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077587" y="3448148"/>
            <a:ext cx="492370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Prototype and architecture foundations are complete. Frontend and DB foundations are in place for integration with backend and AI agents.       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98357" y="2819598"/>
            <a:ext cx="5339919" cy="2310606"/>
          </a:xfrm>
          <a:prstGeom prst="roundRect">
            <a:avLst>
              <a:gd name="adj" fmla="val 3436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06414" y="3027659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Next Steps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06414" y="3448148"/>
            <a:ext cx="4923806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1) Connect frontend to SQL database         </a:t>
            </a:r>
            <a:endParaRPr lang="en-US" sz="1600" dirty="0"/>
          </a:p>
          <a:p>
            <a:pPr marL="0" indent="0" algn="just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2) Implement backend APIs and authentication         </a:t>
            </a:r>
            <a:endParaRPr lang="en-US" sz="1600" dirty="0"/>
          </a:p>
          <a:p>
            <a:pPr marL="0" indent="0" algn="just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3) Integrate and test AI agents (search, monitoring, recommendations)         </a:t>
            </a:r>
            <a:endParaRPr lang="en-US" sz="1600" dirty="0"/>
          </a:p>
          <a:p>
            <a:pPr marL="0" indent="0" algn="just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4)End-to-end testing and user evaluation in campus environment       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83779" y="5579070"/>
            <a:ext cx="1006549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276</Words>
  <Application>Microsoft Office PowerPoint</Application>
  <PresentationFormat>Widescreen</PresentationFormat>
  <Paragraphs>44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Amanjot kaur sidhu</cp:lastModifiedBy>
  <cp:revision>3</cp:revision>
  <dcterms:created xsi:type="dcterms:W3CDTF">2026-09-16T04:42:33Z</dcterms:created>
  <dcterms:modified xsi:type="dcterms:W3CDTF">2026-09-16T05:26:51Z</dcterms:modified>
</cp:coreProperties>
</file>